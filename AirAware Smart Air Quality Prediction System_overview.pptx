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0164E-0B0E-4A2F-A548-B3964C9FF223}" v="3" dt="2025-11-11T09:34:58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AirAware Smart Air Quality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Presented by - Likhitha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AirAware Smart Air Quality Prediction System is designed to monitor and predict air quality using IoT sensors, AI, and cloud technology.</a:t>
            </a:r>
          </a:p>
          <a:p>
            <a:r>
              <a:t>The system provides real-time insights and alerts to help users take preventive measures for better health and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air quality parameters (PM2.5, PM10, CO2, humidity, temperature)</a:t>
            </a:r>
          </a:p>
          <a:p>
            <a:r>
              <a:t>• Predict future air quality levels using Machine Learning</a:t>
            </a:r>
          </a:p>
          <a:p>
            <a:r>
              <a:t>• Provide real-time dashboards and notifications</a:t>
            </a:r>
          </a:p>
          <a:p>
            <a:r>
              <a:t>• Help in decision-making for environmental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is divided into five main layers:</a:t>
            </a:r>
          </a:p>
          <a:p>
            <a:r>
              <a:t>1. Sensor Layer – Collects air quality data</a:t>
            </a:r>
          </a:p>
          <a:p>
            <a:r>
              <a:t>2. IoT Gateway – Sends data to cloud</a:t>
            </a:r>
          </a:p>
          <a:p>
            <a:r>
              <a:t>3. Backend Layer – Handles storage and ML model</a:t>
            </a:r>
          </a:p>
          <a:p>
            <a:r>
              <a:t>4. Frontend Layer – Displays live data and alerts</a:t>
            </a:r>
          </a:p>
          <a:p>
            <a:r>
              <a:t>5. Cloud – Ensures real-time data access and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using HTML, CSS, JavaScript (or React.js)</a:t>
            </a:r>
          </a:p>
          <a:p>
            <a:r>
              <a:t>• Displays real-time AQI values and trend graphs</a:t>
            </a:r>
          </a:p>
          <a:p>
            <a:r>
              <a:t>• Includes a user-friendly dashboard with color-coded AQI indicators</a:t>
            </a:r>
          </a:p>
          <a:p>
            <a:r>
              <a:t>• Provides alerts and reports on air quality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 built using Python (Flask/Django)</a:t>
            </a:r>
          </a:p>
          <a:p>
            <a:r>
              <a:t>• Handles data processing, ML model integration, and APIs</a:t>
            </a:r>
          </a:p>
          <a:p>
            <a:r>
              <a:t>• Connects with cloud storage and database for real-time updates</a:t>
            </a:r>
          </a:p>
          <a:p>
            <a:r>
              <a:t>• Provides RESTful APIs for the frontend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used: MySQL / Firebase / MongoDB</a:t>
            </a:r>
          </a:p>
          <a:p>
            <a:r>
              <a:t>• Stores sensor data, prediction results, and user information</a:t>
            </a:r>
          </a:p>
          <a:p>
            <a:r>
              <a:t>• Key tables:</a:t>
            </a:r>
          </a:p>
          <a:p>
            <a:r>
              <a:t>   - Sensor_Data (PM2.5, CO2, Temp, Timestamp)</a:t>
            </a:r>
          </a:p>
          <a:p>
            <a:r>
              <a:t>   - Predictions (AQI, Category, Confidence)</a:t>
            </a:r>
          </a:p>
          <a:p>
            <a:r>
              <a:t>   - Alerts (Alert_ID, Type, Time)</a:t>
            </a:r>
          </a:p>
          <a:p>
            <a:r>
              <a:t>• Ensures data integrity and quick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Air quality data collected from open sources like UCI Machine Learning Repository or Kaggle</a:t>
            </a:r>
          </a:p>
          <a:p>
            <a:r>
              <a:t>• Features include PM2.5, PM10, CO2, humidity, temperature, and weather conditions</a:t>
            </a:r>
          </a:p>
          <a:p>
            <a:r>
              <a:t>• Data is used to train and test the ML model</a:t>
            </a:r>
          </a:p>
          <a:p>
            <a:r>
              <a:t>• Example: Air Quality Dataset (Beijing, 2018–2020)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 used: Random Forest / Linear Regression</a:t>
            </a:r>
          </a:p>
          <a:p>
            <a:r>
              <a:t>• Predicts AQI category: Good, Moderate, or Poor</a:t>
            </a:r>
          </a:p>
          <a:p>
            <a:r>
              <a:t>• Model trained using 80% of dataset and tested on 20%</a:t>
            </a:r>
          </a:p>
          <a:p>
            <a:r>
              <a:t>• Evaluation metrics: Accuracy, Mean Absolute Error (MAE), RMSE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AirAware Smart Air Quality Prediction System integrates IoT, Cloud, and Machine Learning to create a complete solution for air pollution monitoring.</a:t>
            </a:r>
          </a:p>
          <a:p>
            <a:r>
              <a:t>It helps users make data-driven decisions, promotes environmental awareness, and contributes to healthier living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457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AirAware Smart Air Quality Prediction System</vt:lpstr>
      <vt:lpstr>Project Overview</vt:lpstr>
      <vt:lpstr>Project Objectives</vt:lpstr>
      <vt:lpstr>System Architecture</vt:lpstr>
      <vt:lpstr>Frontend Design</vt:lpstr>
      <vt:lpstr>Backend Design</vt:lpstr>
      <vt:lpstr>Database Design</vt:lpstr>
      <vt:lpstr>Dataset Description</vt:lpstr>
      <vt:lpstr>Machine Learning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Likitha Karri</dc:creator>
  <cp:keywords/>
  <dc:description>generated using python-pptx</dc:description>
  <cp:lastModifiedBy>Likitha Karri</cp:lastModifiedBy>
  <cp:revision>2</cp:revision>
  <dcterms:created xsi:type="dcterms:W3CDTF">2013-01-27T09:14:16Z</dcterms:created>
  <dcterms:modified xsi:type="dcterms:W3CDTF">2025-11-11T09:34:58Z</dcterms:modified>
  <cp:category/>
</cp:coreProperties>
</file>